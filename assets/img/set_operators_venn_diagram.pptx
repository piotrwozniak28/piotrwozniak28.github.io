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EF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D91E98-5F75-40BF-B61B-01B426848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BC43514-27F8-4412-AFC0-EB506E72A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19344D3-8069-4FF6-A642-774CF28C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411E5BE-927D-4231-8E79-FD4FF49F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85C29DD-277C-4129-B0FE-E05750FA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6648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149B27-5F5C-447B-8D33-9FBB2E6D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1B108F-139C-42E3-BE3D-B8F9EA1D6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4B9EE90-97AF-456F-8BDD-87363B51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F3C4EDA-DD8D-4F11-B30D-7BE57925D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5DA6675-0D79-4383-8367-AA018C86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670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99DEAC-6A83-4D32-A1F2-ADD29C7A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EFEE818-EEEB-4EA9-B56C-9CFDAA5A3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417F047-1D6F-46EE-A30D-687FB5B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BEB347D-5020-4886-B003-6919A7683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0201ADF-B3A1-44C3-8AAC-5FE0E15F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7029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DE472A-7001-4E04-90BA-3FB454B8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9DB28B-76E4-4E6C-9963-43823F4F4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A3BEAB5-6D80-4927-87EF-388470C94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DE94FDE-F598-42A7-9ED7-390A710F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A307C6-32E9-4EB2-9ED3-1C261455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8CC98BA-EC11-4D8C-A1F1-CC1AFB4A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2558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8CDD1D-DE5B-4F58-8F9A-39F45801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49CD550-CD04-4D60-8408-0305A5FE3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7C21A9F-716F-4CB6-B85E-3BDBBD8FB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AFBA7C0-2640-4D94-BEDF-E96459424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786539B-2140-47C5-8158-B23BF350A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8C44128-1892-497D-8E13-C6DD594D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D895B28B-5720-42A5-9855-12A676B5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FD5A81A-FD8E-494D-9B2A-224D88B2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4916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FCBE4D-B2E2-460A-806B-2B6DA31E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B4623DE-741C-40EF-A054-B4373614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68F2F06-C861-40E8-9F7B-9FAEA788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D6257F5-5EB2-434C-8BAC-45AC8760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1840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4E93D8D-7121-4FB1-BFAF-AD839736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AFFB7FC-58E7-4EF7-BE23-DB758D6E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6BBA34F-D5EB-4CED-A3F4-CE16159D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6988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292656-72E3-4CA7-9306-BD7FCB42F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6E1DD24-4113-4CEA-B68B-F4A0946B6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D753C68-D8C3-47DA-9DC8-5968ADCD7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8D477D8-9E32-4505-B42F-7E71C5C7F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91ABF6C-356F-4D7E-981E-F9C93F86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0EE3624-40F1-46F5-A5DF-5E7A2C4E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628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DDA704-6B04-4D51-B442-9369FE65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FC998E7-FF73-4397-B658-865527E2A4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F85AAEB-D87C-401D-BD41-9F9A7CE67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51C83C9-F8CC-471B-83CA-0F5F6F57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AC45A0C-4094-4661-A8F2-E35A1BA7C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0ECD3D0-A8BC-44CE-950C-98F3E513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5226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F4F433-CBC2-4E8F-82AC-A331CAA4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680E14C-3D37-4CED-A04D-CD31335FA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0896DAC-8AEF-49A7-B74D-7AD73E7DC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03FD27C-B5FB-4147-B07A-18103C17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C53A8B3-A7D7-498C-AEC6-E00912BB3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8434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9B161EA-C53A-4245-AFD0-81F86C1B8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1611379-BEE7-404C-94F5-6680FBEBE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B11BD38-49F5-466C-B36E-B4A28119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F9A4366-49F3-4D16-B41C-BCD7411C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9EE6817-10D7-43F1-B3C1-CD3DC82B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9622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CCF4953-86B2-40DD-B58B-783F581C0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14A1DAB-6F2C-484F-8BD6-55267EE23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50F221F-C00E-41D2-9919-A2273C95C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4EB24-21DC-41D5-BD62-6E2FBAAD6E1B}" type="datetimeFigureOut">
              <a:rPr lang="pl-PL" smtClean="0"/>
              <a:t>10.07.2019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4EBA74C-DBF8-4518-981D-FC172AB73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610484A-8D65-4DBD-AE2B-C6FDC1B74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C2648-CF67-4DEA-A86A-0AE7BF3DAA3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6651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a 46">
            <a:extLst>
              <a:ext uri="{FF2B5EF4-FFF2-40B4-BE49-F238E27FC236}">
                <a16:creationId xmlns:a16="http://schemas.microsoft.com/office/drawing/2014/main" id="{BEA0BB01-F67C-4118-91CB-880015724CC2}"/>
              </a:ext>
            </a:extLst>
          </p:cNvPr>
          <p:cNvGrpSpPr/>
          <p:nvPr/>
        </p:nvGrpSpPr>
        <p:grpSpPr>
          <a:xfrm>
            <a:off x="2550172" y="1930339"/>
            <a:ext cx="1724286" cy="1134546"/>
            <a:chOff x="0" y="5575300"/>
            <a:chExt cx="1949450" cy="1282700"/>
          </a:xfrm>
        </p:grpSpPr>
        <p:sp>
          <p:nvSpPr>
            <p:cNvPr id="33" name="Dowolny kształt: kształt 32">
              <a:extLst>
                <a:ext uri="{FF2B5EF4-FFF2-40B4-BE49-F238E27FC236}">
                  <a16:creationId xmlns:a16="http://schemas.microsoft.com/office/drawing/2014/main" id="{3D5ED78A-560A-43D6-8E83-2BB903BE105B}"/>
                </a:ext>
              </a:extLst>
            </p:cNvPr>
            <p:cNvSpPr/>
            <p:nvPr/>
          </p:nvSpPr>
          <p:spPr>
            <a:xfrm>
              <a:off x="666749" y="5671150"/>
              <a:ext cx="615950" cy="1091003"/>
            </a:xfrm>
            <a:custGeom>
              <a:avLst/>
              <a:gdLst>
                <a:gd name="connsiteX0" fmla="*/ 307975 w 615950"/>
                <a:gd name="connsiteY0" fmla="*/ 0 h 1091003"/>
                <a:gd name="connsiteX1" fmla="*/ 333185 w 615950"/>
                <a:gd name="connsiteY1" fmla="*/ 13683 h 1091003"/>
                <a:gd name="connsiteX2" fmla="*/ 615950 w 615950"/>
                <a:gd name="connsiteY2" fmla="*/ 545501 h 1091003"/>
                <a:gd name="connsiteX3" fmla="*/ 333185 w 615950"/>
                <a:gd name="connsiteY3" fmla="*/ 1077319 h 1091003"/>
                <a:gd name="connsiteX4" fmla="*/ 307975 w 615950"/>
                <a:gd name="connsiteY4" fmla="*/ 1091003 h 1091003"/>
                <a:gd name="connsiteX5" fmla="*/ 282765 w 615950"/>
                <a:gd name="connsiteY5" fmla="*/ 1077319 h 1091003"/>
                <a:gd name="connsiteX6" fmla="*/ 0 w 615950"/>
                <a:gd name="connsiteY6" fmla="*/ 545501 h 1091003"/>
                <a:gd name="connsiteX7" fmla="*/ 282765 w 615950"/>
                <a:gd name="connsiteY7" fmla="*/ 13683 h 1091003"/>
                <a:gd name="connsiteX8" fmla="*/ 307975 w 615950"/>
                <a:gd name="connsiteY8" fmla="*/ 0 h 109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5950" h="1091003">
                  <a:moveTo>
                    <a:pt x="307975" y="0"/>
                  </a:moveTo>
                  <a:lnTo>
                    <a:pt x="333185" y="13683"/>
                  </a:lnTo>
                  <a:cubicBezTo>
                    <a:pt x="503785" y="128939"/>
                    <a:pt x="615950" y="324121"/>
                    <a:pt x="615950" y="545501"/>
                  </a:cubicBezTo>
                  <a:cubicBezTo>
                    <a:pt x="615950" y="766881"/>
                    <a:pt x="503785" y="962064"/>
                    <a:pt x="333185" y="1077319"/>
                  </a:cubicBezTo>
                  <a:lnTo>
                    <a:pt x="307975" y="1091003"/>
                  </a:lnTo>
                  <a:lnTo>
                    <a:pt x="282765" y="1077319"/>
                  </a:lnTo>
                  <a:cubicBezTo>
                    <a:pt x="112165" y="962064"/>
                    <a:pt x="0" y="766881"/>
                    <a:pt x="0" y="545501"/>
                  </a:cubicBezTo>
                  <a:cubicBezTo>
                    <a:pt x="0" y="324121"/>
                    <a:pt x="112165" y="128939"/>
                    <a:pt x="282765" y="13683"/>
                  </a:cubicBezTo>
                  <a:lnTo>
                    <a:pt x="307975" y="0"/>
                  </a:lnTo>
                  <a:close/>
                </a:path>
              </a:pathLst>
            </a:custGeom>
            <a:solidFill>
              <a:srgbClr val="7BEFB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32" name="Dowolny kształt: kształt 31">
              <a:extLst>
                <a:ext uri="{FF2B5EF4-FFF2-40B4-BE49-F238E27FC236}">
                  <a16:creationId xmlns:a16="http://schemas.microsoft.com/office/drawing/2014/main" id="{975EB7EE-0B8C-48AC-844E-9FA71C0B3FD3}"/>
                </a:ext>
              </a:extLst>
            </p:cNvPr>
            <p:cNvSpPr/>
            <p:nvPr/>
          </p:nvSpPr>
          <p:spPr>
            <a:xfrm>
              <a:off x="0" y="5575300"/>
              <a:ext cx="974725" cy="1282700"/>
            </a:xfrm>
            <a:custGeom>
              <a:avLst/>
              <a:gdLst>
                <a:gd name="connsiteX0" fmla="*/ 641350 w 974725"/>
                <a:gd name="connsiteY0" fmla="*/ 0 h 1282700"/>
                <a:gd name="connsiteX1" fmla="*/ 890992 w 974725"/>
                <a:gd name="connsiteY1" fmla="*/ 50400 h 1282700"/>
                <a:gd name="connsiteX2" fmla="*/ 974725 w 974725"/>
                <a:gd name="connsiteY2" fmla="*/ 95849 h 1282700"/>
                <a:gd name="connsiteX3" fmla="*/ 949515 w 974725"/>
                <a:gd name="connsiteY3" fmla="*/ 109532 h 1282700"/>
                <a:gd name="connsiteX4" fmla="*/ 666750 w 974725"/>
                <a:gd name="connsiteY4" fmla="*/ 641350 h 1282700"/>
                <a:gd name="connsiteX5" fmla="*/ 949515 w 974725"/>
                <a:gd name="connsiteY5" fmla="*/ 1173168 h 1282700"/>
                <a:gd name="connsiteX6" fmla="*/ 974725 w 974725"/>
                <a:gd name="connsiteY6" fmla="*/ 1186852 h 1282700"/>
                <a:gd name="connsiteX7" fmla="*/ 890992 w 974725"/>
                <a:gd name="connsiteY7" fmla="*/ 1232300 h 1282700"/>
                <a:gd name="connsiteX8" fmla="*/ 641350 w 974725"/>
                <a:gd name="connsiteY8" fmla="*/ 1282700 h 1282700"/>
                <a:gd name="connsiteX9" fmla="*/ 0 w 974725"/>
                <a:gd name="connsiteY9" fmla="*/ 641350 h 1282700"/>
                <a:gd name="connsiteX10" fmla="*/ 641350 w 974725"/>
                <a:gd name="connsiteY10" fmla="*/ 0 h 128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4725" h="1282700">
                  <a:moveTo>
                    <a:pt x="641350" y="0"/>
                  </a:moveTo>
                  <a:cubicBezTo>
                    <a:pt x="729902" y="0"/>
                    <a:pt x="814263" y="17947"/>
                    <a:pt x="890992" y="50400"/>
                  </a:cubicBezTo>
                  <a:lnTo>
                    <a:pt x="974725" y="95849"/>
                  </a:lnTo>
                  <a:lnTo>
                    <a:pt x="949515" y="109532"/>
                  </a:lnTo>
                  <a:cubicBezTo>
                    <a:pt x="778915" y="224788"/>
                    <a:pt x="666750" y="419970"/>
                    <a:pt x="666750" y="641350"/>
                  </a:cubicBezTo>
                  <a:cubicBezTo>
                    <a:pt x="666750" y="862730"/>
                    <a:pt x="778915" y="1057913"/>
                    <a:pt x="949515" y="1173168"/>
                  </a:cubicBezTo>
                  <a:lnTo>
                    <a:pt x="974725" y="1186852"/>
                  </a:lnTo>
                  <a:lnTo>
                    <a:pt x="890992" y="1232300"/>
                  </a:lnTo>
                  <a:cubicBezTo>
                    <a:pt x="814263" y="1264754"/>
                    <a:pt x="729902" y="1282700"/>
                    <a:pt x="641350" y="1282700"/>
                  </a:cubicBezTo>
                  <a:cubicBezTo>
                    <a:pt x="287142" y="1282700"/>
                    <a:pt x="0" y="995558"/>
                    <a:pt x="0" y="641350"/>
                  </a:cubicBezTo>
                  <a:cubicBezTo>
                    <a:pt x="0" y="287142"/>
                    <a:pt x="287142" y="0"/>
                    <a:pt x="641350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31" name="Dowolny kształt: kształt 30">
              <a:extLst>
                <a:ext uri="{FF2B5EF4-FFF2-40B4-BE49-F238E27FC236}">
                  <a16:creationId xmlns:a16="http://schemas.microsoft.com/office/drawing/2014/main" id="{A41CF579-2BFE-45D7-92F4-95BC21D51D48}"/>
                </a:ext>
              </a:extLst>
            </p:cNvPr>
            <p:cNvSpPr/>
            <p:nvPr/>
          </p:nvSpPr>
          <p:spPr>
            <a:xfrm>
              <a:off x="974725" y="5575300"/>
              <a:ext cx="974725" cy="1282700"/>
            </a:xfrm>
            <a:custGeom>
              <a:avLst/>
              <a:gdLst>
                <a:gd name="connsiteX0" fmla="*/ 333375 w 974725"/>
                <a:gd name="connsiteY0" fmla="*/ 0 h 1282700"/>
                <a:gd name="connsiteX1" fmla="*/ 974725 w 974725"/>
                <a:gd name="connsiteY1" fmla="*/ 641350 h 1282700"/>
                <a:gd name="connsiteX2" fmla="*/ 333375 w 974725"/>
                <a:gd name="connsiteY2" fmla="*/ 1282700 h 1282700"/>
                <a:gd name="connsiteX3" fmla="*/ 83733 w 974725"/>
                <a:gd name="connsiteY3" fmla="*/ 1232300 h 1282700"/>
                <a:gd name="connsiteX4" fmla="*/ 0 w 974725"/>
                <a:gd name="connsiteY4" fmla="*/ 1186852 h 1282700"/>
                <a:gd name="connsiteX5" fmla="*/ 25210 w 974725"/>
                <a:gd name="connsiteY5" fmla="*/ 1173168 h 1282700"/>
                <a:gd name="connsiteX6" fmla="*/ 307975 w 974725"/>
                <a:gd name="connsiteY6" fmla="*/ 641350 h 1282700"/>
                <a:gd name="connsiteX7" fmla="*/ 25210 w 974725"/>
                <a:gd name="connsiteY7" fmla="*/ 109532 h 1282700"/>
                <a:gd name="connsiteX8" fmla="*/ 0 w 974725"/>
                <a:gd name="connsiteY8" fmla="*/ 95849 h 1282700"/>
                <a:gd name="connsiteX9" fmla="*/ 83733 w 974725"/>
                <a:gd name="connsiteY9" fmla="*/ 50400 h 1282700"/>
                <a:gd name="connsiteX10" fmla="*/ 333375 w 974725"/>
                <a:gd name="connsiteY10" fmla="*/ 0 h 128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4725" h="1282700">
                  <a:moveTo>
                    <a:pt x="333375" y="0"/>
                  </a:moveTo>
                  <a:cubicBezTo>
                    <a:pt x="687583" y="0"/>
                    <a:pt x="974725" y="287142"/>
                    <a:pt x="974725" y="641350"/>
                  </a:cubicBezTo>
                  <a:cubicBezTo>
                    <a:pt x="974725" y="995558"/>
                    <a:pt x="687583" y="1282700"/>
                    <a:pt x="333375" y="1282700"/>
                  </a:cubicBezTo>
                  <a:cubicBezTo>
                    <a:pt x="244823" y="1282700"/>
                    <a:pt x="160463" y="1264754"/>
                    <a:pt x="83733" y="1232300"/>
                  </a:cubicBezTo>
                  <a:lnTo>
                    <a:pt x="0" y="1186852"/>
                  </a:lnTo>
                  <a:lnTo>
                    <a:pt x="25210" y="1173168"/>
                  </a:lnTo>
                  <a:cubicBezTo>
                    <a:pt x="195810" y="1057913"/>
                    <a:pt x="307975" y="862730"/>
                    <a:pt x="307975" y="641350"/>
                  </a:cubicBezTo>
                  <a:cubicBezTo>
                    <a:pt x="307975" y="419970"/>
                    <a:pt x="195810" y="224788"/>
                    <a:pt x="25210" y="109532"/>
                  </a:cubicBezTo>
                  <a:lnTo>
                    <a:pt x="0" y="95849"/>
                  </a:lnTo>
                  <a:lnTo>
                    <a:pt x="83733" y="50400"/>
                  </a:lnTo>
                  <a:cubicBezTo>
                    <a:pt x="160463" y="17947"/>
                    <a:pt x="244823" y="0"/>
                    <a:pt x="333375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</p:grpSp>
      <p:grpSp>
        <p:nvGrpSpPr>
          <p:cNvPr id="45" name="Grupa 44">
            <a:extLst>
              <a:ext uri="{FF2B5EF4-FFF2-40B4-BE49-F238E27FC236}">
                <a16:creationId xmlns:a16="http://schemas.microsoft.com/office/drawing/2014/main" id="{729F7D2E-151D-482A-B5D5-6255026E930D}"/>
              </a:ext>
            </a:extLst>
          </p:cNvPr>
          <p:cNvGrpSpPr/>
          <p:nvPr/>
        </p:nvGrpSpPr>
        <p:grpSpPr>
          <a:xfrm>
            <a:off x="2550172" y="74077"/>
            <a:ext cx="1724286" cy="1134546"/>
            <a:chOff x="0" y="1873249"/>
            <a:chExt cx="1949450" cy="1282700"/>
          </a:xfrm>
        </p:grpSpPr>
        <p:sp>
          <p:nvSpPr>
            <p:cNvPr id="13" name="Owal 12">
              <a:extLst>
                <a:ext uri="{FF2B5EF4-FFF2-40B4-BE49-F238E27FC236}">
                  <a16:creationId xmlns:a16="http://schemas.microsoft.com/office/drawing/2014/main" id="{6B130988-945C-462F-9682-54C1131BEFB4}"/>
                </a:ext>
              </a:extLst>
            </p:cNvPr>
            <p:cNvSpPr/>
            <p:nvPr/>
          </p:nvSpPr>
          <p:spPr>
            <a:xfrm>
              <a:off x="0" y="1873249"/>
              <a:ext cx="1282700" cy="1282700"/>
            </a:xfrm>
            <a:prstGeom prst="ellipse">
              <a:avLst/>
            </a:prstGeom>
            <a:solidFill>
              <a:srgbClr val="7BEFB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16" name="Owal 15">
              <a:extLst>
                <a:ext uri="{FF2B5EF4-FFF2-40B4-BE49-F238E27FC236}">
                  <a16:creationId xmlns:a16="http://schemas.microsoft.com/office/drawing/2014/main" id="{9E286822-2FE9-4C2B-899C-36C1648704A2}"/>
                </a:ext>
              </a:extLst>
            </p:cNvPr>
            <p:cNvSpPr/>
            <p:nvPr/>
          </p:nvSpPr>
          <p:spPr>
            <a:xfrm>
              <a:off x="666750" y="1873249"/>
              <a:ext cx="1282700" cy="1282700"/>
            </a:xfrm>
            <a:prstGeom prst="ellipse">
              <a:avLst/>
            </a:prstGeom>
            <a:solidFill>
              <a:srgbClr val="7BEFB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15" name="Owal 14">
              <a:extLst>
                <a:ext uri="{FF2B5EF4-FFF2-40B4-BE49-F238E27FC236}">
                  <a16:creationId xmlns:a16="http://schemas.microsoft.com/office/drawing/2014/main" id="{2D225448-7E02-4097-91D4-9C8F40D5D539}"/>
                </a:ext>
              </a:extLst>
            </p:cNvPr>
            <p:cNvSpPr/>
            <p:nvPr/>
          </p:nvSpPr>
          <p:spPr>
            <a:xfrm>
              <a:off x="0" y="1873249"/>
              <a:ext cx="1282700" cy="12827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</p:grpSp>
      <p:grpSp>
        <p:nvGrpSpPr>
          <p:cNvPr id="46" name="Grupa 45">
            <a:extLst>
              <a:ext uri="{FF2B5EF4-FFF2-40B4-BE49-F238E27FC236}">
                <a16:creationId xmlns:a16="http://schemas.microsoft.com/office/drawing/2014/main" id="{8AD5927A-04A8-48E1-889F-A8C278550350}"/>
              </a:ext>
            </a:extLst>
          </p:cNvPr>
          <p:cNvGrpSpPr/>
          <p:nvPr/>
        </p:nvGrpSpPr>
        <p:grpSpPr>
          <a:xfrm>
            <a:off x="112582" y="1930339"/>
            <a:ext cx="1724286" cy="1134546"/>
            <a:chOff x="0" y="3681417"/>
            <a:chExt cx="1949450" cy="1282700"/>
          </a:xfrm>
        </p:grpSpPr>
        <p:sp>
          <p:nvSpPr>
            <p:cNvPr id="22" name="Owal 21">
              <a:extLst>
                <a:ext uri="{FF2B5EF4-FFF2-40B4-BE49-F238E27FC236}">
                  <a16:creationId xmlns:a16="http://schemas.microsoft.com/office/drawing/2014/main" id="{6CF72A54-85D5-420E-B3A6-CD71AB689B75}"/>
                </a:ext>
              </a:extLst>
            </p:cNvPr>
            <p:cNvSpPr/>
            <p:nvPr/>
          </p:nvSpPr>
          <p:spPr>
            <a:xfrm>
              <a:off x="0" y="3681417"/>
              <a:ext cx="1282700" cy="1282700"/>
            </a:xfrm>
            <a:prstGeom prst="ellipse">
              <a:avLst/>
            </a:prstGeom>
            <a:solidFill>
              <a:srgbClr val="7BEFB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20" name="Owal 19">
              <a:extLst>
                <a:ext uri="{FF2B5EF4-FFF2-40B4-BE49-F238E27FC236}">
                  <a16:creationId xmlns:a16="http://schemas.microsoft.com/office/drawing/2014/main" id="{B186E32F-486A-4A55-A301-DE40A97592BE}"/>
                </a:ext>
              </a:extLst>
            </p:cNvPr>
            <p:cNvSpPr/>
            <p:nvPr/>
          </p:nvSpPr>
          <p:spPr>
            <a:xfrm>
              <a:off x="666750" y="3681417"/>
              <a:ext cx="1282700" cy="12827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21" name="Owal 20">
              <a:extLst>
                <a:ext uri="{FF2B5EF4-FFF2-40B4-BE49-F238E27FC236}">
                  <a16:creationId xmlns:a16="http://schemas.microsoft.com/office/drawing/2014/main" id="{C255C515-2043-4F78-AA1E-A7B72DADAB20}"/>
                </a:ext>
              </a:extLst>
            </p:cNvPr>
            <p:cNvSpPr/>
            <p:nvPr/>
          </p:nvSpPr>
          <p:spPr>
            <a:xfrm>
              <a:off x="0" y="3681417"/>
              <a:ext cx="1282700" cy="12827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</p:grpSp>
      <p:grpSp>
        <p:nvGrpSpPr>
          <p:cNvPr id="48" name="Grupa 47">
            <a:extLst>
              <a:ext uri="{FF2B5EF4-FFF2-40B4-BE49-F238E27FC236}">
                <a16:creationId xmlns:a16="http://schemas.microsoft.com/office/drawing/2014/main" id="{4A8542BE-DC62-4A00-900B-7C3979DDC8A6}"/>
              </a:ext>
            </a:extLst>
          </p:cNvPr>
          <p:cNvGrpSpPr/>
          <p:nvPr/>
        </p:nvGrpSpPr>
        <p:grpSpPr>
          <a:xfrm>
            <a:off x="112582" y="74077"/>
            <a:ext cx="1724286" cy="1134546"/>
            <a:chOff x="0" y="0"/>
            <a:chExt cx="1949450" cy="1282700"/>
          </a:xfrm>
        </p:grpSpPr>
        <p:sp>
          <p:nvSpPr>
            <p:cNvPr id="43" name="Owal 42">
              <a:extLst>
                <a:ext uri="{FF2B5EF4-FFF2-40B4-BE49-F238E27FC236}">
                  <a16:creationId xmlns:a16="http://schemas.microsoft.com/office/drawing/2014/main" id="{D97BB9A9-24F5-4217-B7B4-B25503145A07}"/>
                </a:ext>
              </a:extLst>
            </p:cNvPr>
            <p:cNvSpPr/>
            <p:nvPr/>
          </p:nvSpPr>
          <p:spPr>
            <a:xfrm>
              <a:off x="666750" y="0"/>
              <a:ext cx="1282700" cy="1282700"/>
            </a:xfrm>
            <a:prstGeom prst="ellipse">
              <a:avLst/>
            </a:prstGeom>
            <a:solidFill>
              <a:srgbClr val="7BEFB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44" name="Owal 43">
              <a:extLst>
                <a:ext uri="{FF2B5EF4-FFF2-40B4-BE49-F238E27FC236}">
                  <a16:creationId xmlns:a16="http://schemas.microsoft.com/office/drawing/2014/main" id="{0D4D0F86-5D74-4213-81C2-0C30278FC247}"/>
                </a:ext>
              </a:extLst>
            </p:cNvPr>
            <p:cNvSpPr/>
            <p:nvPr/>
          </p:nvSpPr>
          <p:spPr>
            <a:xfrm>
              <a:off x="0" y="0"/>
              <a:ext cx="1282700" cy="1282700"/>
            </a:xfrm>
            <a:prstGeom prst="ellipse">
              <a:avLst/>
            </a:prstGeom>
            <a:solidFill>
              <a:srgbClr val="7BEFB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</p:grpSp>
      <p:sp>
        <p:nvSpPr>
          <p:cNvPr id="49" name="pole tekstowe 48">
            <a:extLst>
              <a:ext uri="{FF2B5EF4-FFF2-40B4-BE49-F238E27FC236}">
                <a16:creationId xmlns:a16="http://schemas.microsoft.com/office/drawing/2014/main" id="{52D93201-9137-423C-9D8C-215C261AF6AB}"/>
              </a:ext>
            </a:extLst>
          </p:cNvPr>
          <p:cNvSpPr txBox="1"/>
          <p:nvPr/>
        </p:nvSpPr>
        <p:spPr>
          <a:xfrm>
            <a:off x="112582" y="1208623"/>
            <a:ext cx="1847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onsolas" panose="020B0609020204030204" pitchFamily="49" charset="0"/>
              </a:rPr>
              <a:t>UNION</a:t>
            </a:r>
            <a:endParaRPr lang="pl-PL" sz="2000" b="1" dirty="0">
              <a:latin typeface="Consolas" panose="020B0609020204030204" pitchFamily="49" charset="0"/>
            </a:endParaRPr>
          </a:p>
        </p:txBody>
      </p:sp>
      <p:sp>
        <p:nvSpPr>
          <p:cNvPr id="50" name="pole tekstowe 49">
            <a:extLst>
              <a:ext uri="{FF2B5EF4-FFF2-40B4-BE49-F238E27FC236}">
                <a16:creationId xmlns:a16="http://schemas.microsoft.com/office/drawing/2014/main" id="{85933D40-0112-4E11-B055-E85510EEF5F8}"/>
              </a:ext>
            </a:extLst>
          </p:cNvPr>
          <p:cNvSpPr txBox="1"/>
          <p:nvPr/>
        </p:nvSpPr>
        <p:spPr>
          <a:xfrm>
            <a:off x="2550172" y="1208623"/>
            <a:ext cx="1847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onsolas" panose="020B0609020204030204" pitchFamily="49" charset="0"/>
              </a:rPr>
              <a:t>UNION ALL</a:t>
            </a:r>
            <a:endParaRPr lang="pl-PL" sz="2000" b="1" dirty="0">
              <a:latin typeface="Consolas" panose="020B0609020204030204" pitchFamily="49" charset="0"/>
            </a:endParaRPr>
          </a:p>
        </p:txBody>
      </p:sp>
      <p:sp>
        <p:nvSpPr>
          <p:cNvPr id="51" name="pole tekstowe 50">
            <a:extLst>
              <a:ext uri="{FF2B5EF4-FFF2-40B4-BE49-F238E27FC236}">
                <a16:creationId xmlns:a16="http://schemas.microsoft.com/office/drawing/2014/main" id="{2524DD19-268B-472C-A925-6B1893ED2D6F}"/>
              </a:ext>
            </a:extLst>
          </p:cNvPr>
          <p:cNvSpPr txBox="1"/>
          <p:nvPr/>
        </p:nvSpPr>
        <p:spPr>
          <a:xfrm>
            <a:off x="112582" y="3064885"/>
            <a:ext cx="1847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onsolas" panose="020B0609020204030204" pitchFamily="49" charset="0"/>
              </a:rPr>
              <a:t>MINUS</a:t>
            </a:r>
            <a:endParaRPr lang="pl-PL" sz="2000" b="1" dirty="0">
              <a:latin typeface="Consolas" panose="020B0609020204030204" pitchFamily="49" charset="0"/>
            </a:endParaRPr>
          </a:p>
        </p:txBody>
      </p:sp>
      <p:sp>
        <p:nvSpPr>
          <p:cNvPr id="52" name="pole tekstowe 51">
            <a:extLst>
              <a:ext uri="{FF2B5EF4-FFF2-40B4-BE49-F238E27FC236}">
                <a16:creationId xmlns:a16="http://schemas.microsoft.com/office/drawing/2014/main" id="{69BB74EE-5F14-4513-A121-F004B4633C19}"/>
              </a:ext>
            </a:extLst>
          </p:cNvPr>
          <p:cNvSpPr txBox="1"/>
          <p:nvPr/>
        </p:nvSpPr>
        <p:spPr>
          <a:xfrm>
            <a:off x="2550172" y="3064885"/>
            <a:ext cx="1847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onsolas" panose="020B0609020204030204" pitchFamily="49" charset="0"/>
              </a:rPr>
              <a:t>INTERSECT</a:t>
            </a:r>
            <a:endParaRPr lang="pl-PL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12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Obraz 36" descr="Obraz zawierający zrzut ekranu&#10;&#10;Opis wygenerowany automatycznie">
            <a:extLst>
              <a:ext uri="{FF2B5EF4-FFF2-40B4-BE49-F238E27FC236}">
                <a16:creationId xmlns:a16="http://schemas.microsoft.com/office/drawing/2014/main" id="{1ADED155-5FF6-4AB5-9B91-E8AC37175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18" y="309998"/>
            <a:ext cx="2866480" cy="5229686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0E41CF8A-D99A-4D36-AD83-7C495558B082}"/>
              </a:ext>
            </a:extLst>
          </p:cNvPr>
          <p:cNvSpPr txBox="1"/>
          <p:nvPr/>
        </p:nvSpPr>
        <p:spPr>
          <a:xfrm>
            <a:off x="4248149" y="745073"/>
            <a:ext cx="53457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Consolas" panose="020B0609020204030204" pitchFamily="49" charset="0"/>
              </a:rPr>
              <a:t>W łączonych zbiorach </a:t>
            </a:r>
            <a:r>
              <a:rPr lang="pl-PL" sz="1400" dirty="0">
                <a:solidFill>
                  <a:schemeClr val="bg1"/>
                </a:solidFill>
                <a:latin typeface="Consolas" panose="020B0609020204030204" pitchFamily="49" charset="0"/>
              </a:rPr>
              <a:t>musi </a:t>
            </a:r>
            <a:r>
              <a:rPr lang="en-GB" sz="1400" dirty="0">
                <a:solidFill>
                  <a:schemeClr val="bg1"/>
                </a:solidFill>
                <a:latin typeface="Consolas" panose="020B0609020204030204" pitchFamily="49" charset="0"/>
              </a:rPr>
              <a:t>być identyczna liczba atrybutów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Consolas" panose="020B0609020204030204" pitchFamily="49" charset="0"/>
              </a:rPr>
              <a:t>Dana para (np. [col_1, col_2]) musi być w tej samej grupie typów danych</a:t>
            </a:r>
            <a:endParaRPr lang="pl-PL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A91C236D-02F7-4DED-AFC0-84731A4FCCB7}"/>
              </a:ext>
            </a:extLst>
          </p:cNvPr>
          <p:cNvCxnSpPr>
            <a:cxnSpLocks/>
          </p:cNvCxnSpPr>
          <p:nvPr/>
        </p:nvCxnSpPr>
        <p:spPr>
          <a:xfrm flipH="1" flipV="1">
            <a:off x="1927654" y="447195"/>
            <a:ext cx="2434281" cy="8703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49B46F43-4929-43AD-9680-144433B270A5}"/>
              </a:ext>
            </a:extLst>
          </p:cNvPr>
          <p:cNvCxnSpPr>
            <a:cxnSpLocks/>
          </p:cNvCxnSpPr>
          <p:nvPr/>
        </p:nvCxnSpPr>
        <p:spPr>
          <a:xfrm flipH="1">
            <a:off x="1927654" y="1317554"/>
            <a:ext cx="2434281" cy="4505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B24601A2-4118-4DF9-8372-FB45CDC39128}"/>
              </a:ext>
            </a:extLst>
          </p:cNvPr>
          <p:cNvSpPr txBox="1"/>
          <p:nvPr/>
        </p:nvSpPr>
        <p:spPr>
          <a:xfrm>
            <a:off x="4248150" y="3429000"/>
            <a:ext cx="574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Consolas" panose="020B0609020204030204" pitchFamily="49" charset="0"/>
              </a:rPr>
              <a:t>Kolumna wynikowa przyjmuje nazwę pierwszego atrybutu z pary.</a:t>
            </a:r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3FAE3723-15AF-4C93-889A-2294B4436840}"/>
              </a:ext>
            </a:extLst>
          </p:cNvPr>
          <p:cNvCxnSpPr>
            <a:cxnSpLocks/>
          </p:cNvCxnSpPr>
          <p:nvPr/>
        </p:nvCxnSpPr>
        <p:spPr>
          <a:xfrm flipH="1">
            <a:off x="1112108" y="3571103"/>
            <a:ext cx="3249827" cy="30274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0F11724D-B2D0-405B-8462-DF72BEFB3400}"/>
              </a:ext>
            </a:extLst>
          </p:cNvPr>
          <p:cNvCxnSpPr>
            <a:cxnSpLocks/>
          </p:cNvCxnSpPr>
          <p:nvPr/>
        </p:nvCxnSpPr>
        <p:spPr>
          <a:xfrm flipH="1" flipV="1">
            <a:off x="1927655" y="447196"/>
            <a:ext cx="2434280" cy="3142442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Łącznik prosty ze strzałką 57">
            <a:extLst>
              <a:ext uri="{FF2B5EF4-FFF2-40B4-BE49-F238E27FC236}">
                <a16:creationId xmlns:a16="http://schemas.microsoft.com/office/drawing/2014/main" id="{54434514-7860-4C27-8CD6-D419D49744F2}"/>
              </a:ext>
            </a:extLst>
          </p:cNvPr>
          <p:cNvCxnSpPr>
            <a:cxnSpLocks/>
          </p:cNvCxnSpPr>
          <p:nvPr/>
        </p:nvCxnSpPr>
        <p:spPr>
          <a:xfrm flipH="1" flipV="1">
            <a:off x="2271487" y="2391737"/>
            <a:ext cx="2522647" cy="23407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pole tekstowe 60">
            <a:extLst>
              <a:ext uri="{FF2B5EF4-FFF2-40B4-BE49-F238E27FC236}">
                <a16:creationId xmlns:a16="http://schemas.microsoft.com/office/drawing/2014/main" id="{34C1293D-D1E8-47D5-B0F1-311C8BE04F9E}"/>
              </a:ext>
            </a:extLst>
          </p:cNvPr>
          <p:cNvSpPr txBox="1"/>
          <p:nvPr/>
        </p:nvSpPr>
        <p:spPr>
          <a:xfrm>
            <a:off x="4248149" y="4892041"/>
            <a:ext cx="5118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W związku z powyższymi zasadami, odkomentowanie dowolnej linii z query zwróciłoby błąd.</a:t>
            </a:r>
          </a:p>
        </p:txBody>
      </p: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6CFE899B-2D76-455A-B902-ADAE73F8BEF3}"/>
              </a:ext>
            </a:extLst>
          </p:cNvPr>
          <p:cNvCxnSpPr>
            <a:cxnSpLocks/>
          </p:cNvCxnSpPr>
          <p:nvPr/>
        </p:nvCxnSpPr>
        <p:spPr>
          <a:xfrm flipH="1" flipV="1">
            <a:off x="1927656" y="447195"/>
            <a:ext cx="2866478" cy="2195238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pole tekstowe 56">
            <a:extLst>
              <a:ext uri="{FF2B5EF4-FFF2-40B4-BE49-F238E27FC236}">
                <a16:creationId xmlns:a16="http://schemas.microsoft.com/office/drawing/2014/main" id="{50AD53E2-1799-4260-BA86-F1092ECA40A2}"/>
              </a:ext>
            </a:extLst>
          </p:cNvPr>
          <p:cNvSpPr txBox="1"/>
          <p:nvPr/>
        </p:nvSpPr>
        <p:spPr>
          <a:xfrm>
            <a:off x="4248150" y="1863930"/>
            <a:ext cx="5740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ORDER BY</a:t>
            </a:r>
            <a:r>
              <a:rPr lang="en-GB" sz="1400" dirty="0">
                <a:solidFill>
                  <a:schemeClr val="bg1"/>
                </a:solidFill>
                <a:latin typeface="Consolas" panose="020B0609020204030204" pitchFamily="49" charset="0"/>
              </a:rPr>
              <a:t> może być użyty wyłącznie jako ostatnia klauzula w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Consolas" panose="020B0609020204030204" pitchFamily="49" charset="0"/>
              </a:rPr>
              <a:t>Możemy tu stosować: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Consolas" panose="020B0609020204030204" pitchFamily="49" charset="0"/>
              </a:rPr>
              <a:t>nazwy atrybutów z pierwszego zbioru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Consolas" panose="020B0609020204030204" pitchFamily="49" charset="0"/>
              </a:rPr>
              <a:t>numery porządkowe kolumn</a:t>
            </a:r>
          </a:p>
        </p:txBody>
      </p:sp>
    </p:spTree>
    <p:extLst>
      <p:ext uri="{BB962C8B-B14F-4D97-AF65-F5344CB8AC3E}">
        <p14:creationId xmlns:p14="http://schemas.microsoft.com/office/powerpoint/2010/main" val="48777660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81</Words>
  <Application>Microsoft Office PowerPoint</Application>
  <PresentationFormat>Panoramiczny</PresentationFormat>
  <Paragraphs>12</Paragraphs>
  <Slides>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Motyw pakietu Office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Piotr Woźniak</dc:creator>
  <cp:lastModifiedBy>Piotr Woźniak</cp:lastModifiedBy>
  <cp:revision>12</cp:revision>
  <dcterms:created xsi:type="dcterms:W3CDTF">2019-07-05T09:03:30Z</dcterms:created>
  <dcterms:modified xsi:type="dcterms:W3CDTF">2019-07-10T09:26:01Z</dcterms:modified>
</cp:coreProperties>
</file>